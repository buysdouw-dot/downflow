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SCHOOL OF LIFE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Investor &amp; Partner Presentation  · 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743200" cy="36576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learning cells. </a:t>
            </a:r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facilitators. </a:t>
            </a:r>
            <a:pPr indent="0" marL="0">
              <a:buNone/>
            </a:pPr>
            <a:r>
              <a:rPr lang="en-US" sz="120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outcomes.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· downflow.school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NOW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Education is broken.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Students are disengaged.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5394960" cy="1261872"/>
          </a:xfrm>
          <a:prstGeom prst="rect">
            <a:avLst/>
          </a:prstGeom>
          <a:solidFill>
            <a:srgbClr val="152336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📉 Passive Learning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Students sit, listen, forget. No real engagement, no retention, no application to real life.
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5394960" cy="1261872"/>
          </a:xfrm>
          <a:prstGeom prst="rect">
            <a:avLst/>
          </a:prstGeom>
          <a:solidFill>
            <a:srgbClr val="152336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09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💸 High Cost, Low Impact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Families spend thousands on tutoring with no measurable outcome or accountability.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5394960" cy="1261872"/>
          </a:xfrm>
          <a:prstGeom prst="rect">
            <a:avLst/>
          </a:prstGeom>
          <a:solidFill>
            <a:srgbClr val="152336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272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🚫 No Life Skills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Schools teach subjects — not communication, confidence, or systems thinking.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5394960" cy="1261872"/>
          </a:xfrm>
          <a:prstGeom prst="rect">
            <a:avLst/>
          </a:prstGeom>
          <a:solidFill>
            <a:srgbClr val="152336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1272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🌍 Geographic Inequality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34290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 education is locked behind expensive schools in major cities.
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DOWNFLOW MODEL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Learning Cells — Structured.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Sponsor-funded. Life-changing.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DOWNFLOW organises children into small learning cells of 6–8 students. Each cell runs a structured 24-session curriculum, led by a certified facilitator, funded by a local sponsor. Students earn FLOW coins for participation, which unlock premium content and track real progress.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834640"/>
            <a:ext cx="3611880" cy="987552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🔬  24-Session Curriculum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Deep, structured, life-skills focused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2834640"/>
            <a:ext cx="3611880" cy="987552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9260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👥  Small Cell Groups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6–8 students per cell for real engagement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001000" y="2834640"/>
            <a:ext cx="3611880" cy="987552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9260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 Certified Facilitators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38160" y="3246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Earn $800+ per cell they run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3611880" cy="987552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23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💰  Sponsor-Funded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$200/mo per cell — transparent &amp; direct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60520" y="3931920"/>
            <a:ext cx="3611880" cy="987552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4023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🪙  FLOW Coin Economy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Participation-based reward system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001000" y="3931920"/>
            <a:ext cx="3611880" cy="987552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023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 Full Transparency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3816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Real-time dashboards for all stakeholders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THE NUMBERS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Proven momentum.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Growing fast.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56032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D4A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7830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228600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 Cells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1691640"/>
            <a:ext cx="256032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7830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64408" y="228600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Students Enrolled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256032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D4A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17830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9048" y="228600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Certified Facilitators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823960" y="1691640"/>
            <a:ext cx="256032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33688" y="178308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33688" y="228600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Session Completion Rate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560320" cy="86868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999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$2,400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" y="34015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per cell (annual)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54680" y="2926080"/>
            <a:ext cx="2560320" cy="86868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999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$800+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64408" y="34015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Facilitator earnings per cell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89320" y="2926080"/>
            <a:ext cx="2560320" cy="86868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2999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weeks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99048" y="34015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Avg. time to first sponsor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823960" y="2926080"/>
            <a:ext cx="2560320" cy="86868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33688" y="2999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33688" y="3401568"/>
            <a:ext cx="2340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 transparency rating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3977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 Pipeline: 40 cells in qualification  ·  12 new facilitators in training  ·  3 corporate sponsors in final negotiation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MODEL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revenue streams.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aligned with impact.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3611880" cy="2560320"/>
          </a:xfrm>
          <a:prstGeom prst="rect">
            <a:avLst/>
          </a:prstGeom>
          <a:solidFill>
            <a:srgbClr val="152336"/>
          </a:solidFill>
          <a:ln w="15240">
            <a:solidFill>
              <a:srgbClr val="D4A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💰 Cell Sponsorship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$200/month per cell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$2,400 per annual cell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Corporate &amp; individual sponsors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brand placement + reports
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60520" y="1554480"/>
            <a:ext cx="3611880" cy="2560320"/>
          </a:xfrm>
          <a:prstGeom prst="rect">
            <a:avLst/>
          </a:prstGeom>
          <a:solidFill>
            <a:srgbClr val="152336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64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Facilitator Platform Fee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0" y="196596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10% platform fee on earnings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Facilitators earn $800+ per cell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Scale: 3 cells = $2,400+/cycle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Low churn — skill-based income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01000" y="1554480"/>
            <a:ext cx="3611880" cy="2560320"/>
          </a:xfrm>
          <a:prstGeom prst="rect">
            <a:avLst/>
          </a:prstGeom>
          <a:solidFill>
            <a:srgbClr val="152336"/>
          </a:solidFill>
          <a:ln w="15240">
            <a:solidFill>
              <a:srgbClr val="8FA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664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Content &amp; Premium Packs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138160" y="196596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FLOW coin content unlocks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curriculum modules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Organisation licensing
</a:t>
            </a:r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B2B school partnerships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4343400"/>
            <a:ext cx="11155680" cy="822960"/>
          </a:xfrm>
          <a:prstGeom prst="rect">
            <a:avLst/>
          </a:prstGeom>
          <a:solidFill>
            <a:srgbClr val="152336"/>
          </a:solidFill>
          <a:ln w="12700">
            <a:solidFill>
              <a:srgbClr val="D4A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07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Economics  ·  Per Cell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Revenue: $2,400  ·  Facilitator: $960  ·  Platform: $240  ·  Net Margin: ~60%  ·  Payback: Immediate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 · SAM · SOM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$6T global education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market. We own the cell.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3474720" cy="2926080"/>
          </a:xfrm>
          <a:prstGeom prst="rect">
            <a:avLst/>
          </a:prstGeom>
          <a:solidFill>
            <a:srgbClr val="152336"/>
          </a:solidFill>
          <a:ln w="19050">
            <a:solidFill>
              <a:srgbClr val="5A7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$6.3T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education market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69080" y="1554480"/>
            <a:ext cx="3108960" cy="2926080"/>
          </a:xfrm>
          <a:prstGeom prst="rect">
            <a:avLst/>
          </a:prstGeom>
          <a:solidFill>
            <a:srgbClr val="152336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51960" y="2057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$180B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25196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Alternative &amp; enrichment learning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18120" y="1554480"/>
            <a:ext cx="2743200" cy="2926080"/>
          </a:xfrm>
          <a:prstGeom prst="rect">
            <a:avLst/>
          </a:prstGeom>
          <a:solidFill>
            <a:srgbClr val="152336"/>
          </a:solidFill>
          <a:ln w="19050">
            <a:solidFill>
              <a:srgbClr val="D4A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01000" y="2057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$2.4B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00100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 sponsored micro-cell model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 Initial focus: Vietnam, Philippines, Indonesia — 320M+ school-age children, high smartphone penetration, growing middle-class sponsor base.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GO-TO-MARKET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GROWTH STRATEGY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Community-first growth.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cell recruits the next.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611880" cy="3840480"/>
          </a:xfrm>
          <a:prstGeom prst="rect">
            <a:avLst/>
          </a:prstGeom>
          <a:solidFill>
            <a:srgbClr val="152336"/>
          </a:solidFill>
          <a:ln w="15240">
            <a:solidFill>
              <a:srgbClr val="D4A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Q1–Q2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Cell Seeding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10 flagship cells in VN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Direct facilitator recruitment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Local sponsor onboarding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8953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Video proof-of-concept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60520" y="1463040"/>
            <a:ext cx="3611880" cy="3840480"/>
          </a:xfrm>
          <a:prstGeom prst="rect">
            <a:avLst/>
          </a:prstGeom>
          <a:solidFill>
            <a:srgbClr val="152336"/>
          </a:solidFill>
          <a:ln w="15240">
            <a:solidFill>
              <a:srgbClr val="5B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Q3–Q4 2026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 Flywheel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468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Open facilitator marketplace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Auto-funnel for sponsors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97680" y="34198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Referral programme launch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0" y="38953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Cell-to-cell network effects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01000" y="1463040"/>
            <a:ext cx="3611880" cy="3840480"/>
          </a:xfrm>
          <a:prstGeom prst="rect">
            <a:avLst/>
          </a:prstGeom>
          <a:solidFill>
            <a:srgbClr val="152336"/>
          </a:solidFill>
          <a:ln w="15240">
            <a:solidFill>
              <a:srgbClr val="8FA8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2027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138160" y="2029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Regional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2468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PH + ID market entry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38160" y="2944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B2B school licensing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34198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Corporate CSR packages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38160" y="38953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FLOW coin exchange launch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PEOPLE BEHIND DOWNFLOW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Operators. Educators.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Builders.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5394960" cy="160020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777240" cy="777240"/>
          </a:xfrm>
          <a:prstGeom prst="ellipse">
            <a:avLst/>
          </a:prstGeom>
          <a:solidFill>
            <a:srgbClr val="D4A8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1109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 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9842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CEO &amp; Co-founder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225856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Education innovator with 12+ years in curriculum design. Built and scaled 3 learning programmes across SEA.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080760" y="1508760"/>
            <a:ext cx="5394960" cy="160020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783080"/>
            <a:ext cx="777240" cy="777240"/>
          </a:xfrm>
          <a:prstGeom prst="ellipse">
            <a:avLst/>
          </a:prstGeom>
          <a:solidFill>
            <a:srgbClr val="D4A84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1109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660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 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19842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CTO &amp; Co-founder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86600" y="225856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Full-stack product engineer. Former edtech CTO. Built platforms serving 500k+ users.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0040" y="3337560"/>
            <a:ext cx="5394960" cy="160020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11880"/>
            <a:ext cx="777240" cy="777240"/>
          </a:xfrm>
          <a:prstGeom prst="ellipse">
            <a:avLst/>
          </a:prstGeom>
          <a:solidFill>
            <a:srgbClr val="D4A8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3989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Maya C.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8130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 of Facilitators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408736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Former school principal. Designed the DOWNFLOW certification pathway and facilitator earning model.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080760" y="3337560"/>
            <a:ext cx="5394960" cy="1600200"/>
          </a:xfrm>
          <a:prstGeom prst="rect">
            <a:avLst/>
          </a:prstGeom>
          <a:solidFill>
            <a:srgbClr val="152336"/>
          </a:solidFill>
          <a:ln w="10160">
            <a:solidFill>
              <a:srgbClr val="5A7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611880"/>
            <a:ext cx="777240" cy="777240"/>
          </a:xfrm>
          <a:prstGeom prst="ellipse">
            <a:avLst/>
          </a:prstGeom>
          <a:solidFill>
            <a:srgbClr val="D4A84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73989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3520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James 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38130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 of Partnerships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86600" y="408736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years in corporate CSR. Closed $2M+ in sponsor agreements across Vietnam and Philippines.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INVESTMENT ASK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OPPORTUNITY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Raising $500K Seed Round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 scale the cell network.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2606040" cy="2377440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556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Technology &amp;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app, AI assistant, payments, coin economy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154680" y="1645920"/>
            <a:ext cx="2606040" cy="2377440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556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Facilitator 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2816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Training, certification, onboarding pipeline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89320" y="1645920"/>
            <a:ext cx="2606040" cy="2377440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7556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Expansion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816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Philippines and Indonesia entry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823960" y="1645920"/>
            <a:ext cx="2606040" cy="2377440"/>
          </a:xfrm>
          <a:prstGeom prst="rect">
            <a:avLst/>
          </a:prstGeom>
          <a:solidFill>
            <a:srgbClr val="152336"/>
          </a:solidFill>
          <a:ln w="10160">
            <a:solidFill>
              <a:srgbClr val="D4A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75564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154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Operations &amp; Legal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15400" y="28163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8FA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Entity setup, compliance, team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11155680" cy="914400"/>
          </a:xfrm>
          <a:prstGeom prst="rect">
            <a:avLst/>
          </a:prstGeom>
          <a:solidFill>
            <a:srgbClr val="152336"/>
          </a:solidFill>
          <a:ln w="15240">
            <a:solidFill>
              <a:srgbClr val="D4A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achieve with $500K: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 active cells  ·  800 students  ·  60+ facilitators  ·  $240K ARR  ·  Series A ready by Q4 2027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Join the movement.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child deserves a cell.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743200" cy="36576"/>
          </a:xfrm>
          <a:prstGeom prst="rect">
            <a:avLst/>
          </a:prstGeom>
          <a:solidFill>
            <a:srgbClr val="D4A8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hello@downflow.school</a:t>
            </a:r>
            <a:pPr indent="0" marL="0">
              <a:buNone/>
            </a:pPr>
            <a:r>
              <a:rPr lang="en-US" sz="120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·  </a:t>
            </a:r>
            <a:pPr indent="0" marL="0">
              <a:buNone/>
            </a:pPr>
            <a:r>
              <a:rPr lang="en-US" sz="1200" dirty="0">
                <a:solidFill>
                  <a:srgbClr val="E8EE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downflow.school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7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DOWNFLOW — School of Life  ·  Confidential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DOWNFLOW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DOWNFLOW — School of Life</dc:title>
  <dc:subject>Business Presentation 2026</dc:subject>
  <dc:creator>DOWNFLOW — School of Life</dc:creator>
  <cp:lastModifiedBy>DOWNFLOW — School of Life</cp:lastModifiedBy>
  <cp:revision>1</cp:revision>
  <dcterms:created xsi:type="dcterms:W3CDTF">2026-04-13T21:09:45Z</dcterms:created>
  <dcterms:modified xsi:type="dcterms:W3CDTF">2026-04-13T21:09:45Z</dcterms:modified>
</cp:coreProperties>
</file>